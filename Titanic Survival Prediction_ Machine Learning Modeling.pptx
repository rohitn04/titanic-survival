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4f1d79a1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4f1d79a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4f1d79a1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4f1d79a1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4f1d79a1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4f1d79a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4f1d79a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4f1d79a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4f1d79a1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4f1d79a1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4f1d79a1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4f1d79a1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403600"/>
            <a:ext cx="8520600" cy="1602600"/>
          </a:xfrm>
          <a:prstGeom prst="rect">
            <a:avLst/>
          </a:prstGeom>
          <a:solidFill>
            <a:schemeClr val="dk1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lt1"/>
                </a:solidFill>
              </a:rPr>
              <a:t>Titanic Survival Prediction: Machine Learning Modeling</a:t>
            </a:r>
            <a:endParaRPr sz="4100"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526850"/>
            <a:ext cx="8520600" cy="792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Rohit Narwal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March 5th, 2026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Hypothesis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Determining exactly which passengers had the most likely chance of survival.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 Machine Learning Task: Treat survival as a binary classification problem (0 = Did not survive, 1 = Survived).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The Dataset: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891 historical passenger records containing a mix of: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Demographics: Age, Sex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Socioeconomic Status: Ticket Class (Pclass), Fare Price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Family Details: Number of siblings, spouses, or parents onboard.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5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Survived?</a:t>
            </a:r>
            <a:endParaRPr/>
          </a:p>
        </p:txBody>
      </p:sp>
      <p:pic>
        <p:nvPicPr>
          <p:cNvPr id="68" name="Google Shape;68;p15" title="survival_rate_plo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0" y="1047575"/>
            <a:ext cx="5143501" cy="365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536025" y="1047575"/>
            <a:ext cx="32964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Females had a drastically higher survival rate than males.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1st Class passengers were much more likely to survive than 3rd Class.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Titles like "Mrs" and "Miss" survived at higher rates than "Mr".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Preparing the Data for Modeling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>
                <a:solidFill>
                  <a:schemeClr val="dk1"/>
                </a:solidFill>
              </a:rPr>
              <a:t>Extracted Title from passenger names to better estimate age and social status.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" sz="2500">
                <a:solidFill>
                  <a:schemeClr val="dk1"/>
                </a:solidFill>
              </a:rPr>
              <a:t>Combined Siblings/Spouses and Parents/Children to create FamilySize.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" sz="2500">
                <a:solidFill>
                  <a:schemeClr val="dk1"/>
                </a:solidFill>
              </a:rPr>
              <a:t>Created an IsAlone flag (passengers traveling solo).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-"/>
            </a:pPr>
            <a:r>
              <a:rPr lang="en" sz="2500">
                <a:solidFill>
                  <a:schemeClr val="dk1"/>
                </a:solidFill>
              </a:rPr>
              <a:t>Used a Scikit-Learn Pipeline to scale numerical data and prevent data leakage.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the Best Algorithm</a:t>
            </a:r>
            <a:endParaRPr/>
          </a:p>
        </p:txBody>
      </p:sp>
      <p:pic>
        <p:nvPicPr>
          <p:cNvPr id="81" name="Google Shape;81;p17" title="model_accuracy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00" y="1450075"/>
            <a:ext cx="5680000" cy="31844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5928225" y="1450075"/>
            <a:ext cx="30000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Tested Logistic Regression, Decision Tree, and Random Forest.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Used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GridSearchCV</a:t>
            </a:r>
            <a:r>
              <a:rPr lang="en" sz="1600">
                <a:solidFill>
                  <a:schemeClr val="dk1"/>
                </a:solidFill>
              </a:rPr>
              <a:t> to tune hyperparameters (like max depth and number of trees).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Winner: Logistic Regression achieved the highest validation accuracy (~85%).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the Model Decide?</a:t>
            </a: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5156825" y="1306325"/>
            <a:ext cx="36756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The model relied heavily on Gender (</a:t>
            </a:r>
            <a:r>
              <a:rPr lang="en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Sex_male</a:t>
            </a:r>
            <a:r>
              <a:rPr lang="en" sz="1900">
                <a:solidFill>
                  <a:schemeClr val="dk1"/>
                </a:solidFill>
              </a:rPr>
              <a:t>) and Ticket Price (</a:t>
            </a:r>
            <a:r>
              <a:rPr lang="en" sz="1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Fare</a:t>
            </a:r>
            <a:r>
              <a:rPr lang="en" sz="1900">
                <a:solidFill>
                  <a:schemeClr val="dk1"/>
                </a:solidFill>
              </a:rPr>
              <a:t>).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Age and Passenger Class were the next most critical factors.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-"/>
            </a:pPr>
            <a:r>
              <a:rPr lang="en" sz="1900">
                <a:solidFill>
                  <a:schemeClr val="dk1"/>
                </a:solidFill>
              </a:rPr>
              <a:t>Family size had a moderate impact on survival chances.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89" name="Google Shape;89;p18" title="feature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004426" cy="360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Takeaways</a:t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11700" y="1131100"/>
            <a:ext cx="85206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Successfully predicted survival with 85% accuracy using Logistic Regression.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Learned the vital importance of preventing data leakage using Pipelines.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Proved that feature engineering (like extracting Titles) gives models a significant boost.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 sz="2500"/>
              <a:t>Applied Log-Transformation on Fare to reduce Skewness.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