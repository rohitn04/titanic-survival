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9"/>
  </p:normalViewPr>
  <p:slideViewPr>
    <p:cSldViewPr snapToGrid="0" snapToObjects="1">
      <p:cViewPr varScale="1">
        <p:scale>
          <a:sx n="105" d="100"/>
          <a:sy n="105" d="100"/>
        </p:scale>
        <p:origin x="7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Titanic Survival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63FF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</a:defRPr>
            </a:pPr>
            <a:r>
              <a:rPr dirty="0"/>
              <a:t>R</a:t>
            </a:r>
            <a:r>
              <a:rPr lang="en-US" dirty="0"/>
              <a:t>ohit Narwal</a:t>
            </a:r>
            <a:r>
              <a:rPr dirty="0"/>
              <a:t> | 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Tools: Python · Pandas · Scikit-learn · Seaborn · Matplotlib · Google Colab ·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Problem Statement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Problem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Predict whether a Titanic passenger survived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  based on features like age, sex, class, and fare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Binary classification task (Survived: 0 or 1)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Classic ML problem for learning the full pipeline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2200" b="1">
                <a:solidFill>
                  <a:srgbClr val="6C63FF"/>
                </a:solidFill>
              </a:defRPr>
            </a:pPr>
            <a:r>
              <a:t>Dataset (Kaggle)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Training set: 891 passengers, 12 features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Test set: 418 passengers (no labels)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Key columns: PassengerId, Survived, Pclass,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  Sex, Age, SibSp, Parch, Fare, Embarked</a:t>
            </a:r>
          </a:p>
        </p:txBody>
      </p:sp>
      <p:pic>
        <p:nvPicPr>
          <p:cNvPr id="4" name="Picture 3" descr="missing_data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Exploratory Data Analysis</a:t>
            </a:r>
          </a:p>
        </p:txBody>
      </p:sp>
      <p:pic>
        <p:nvPicPr>
          <p:cNvPr id="3" name="Picture 2" descr="eda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4572000"/>
          </a:xfrm>
          <a:prstGeom prst="rect">
            <a:avLst/>
          </a:prstGeom>
        </p:spPr>
      </p:pic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Feature Engineering &amp;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Data Cleaning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Age: imputed with median (via sklearn Pipeline)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Cabin: dropped (77% missing)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Embarked: filled with most common port (S)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Imputation fitted ONLY on training data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2200" b="1">
                <a:solidFill>
                  <a:srgbClr val="6C63FF"/>
                </a:solidFill>
              </a:defRPr>
            </a:pPr>
            <a:r>
              <a:t>Engineered Features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FamilySize = SibSp + Parch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IsAlone = 1 if FamilySize == 0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Title extracted from Name (Mr, Mrs, Miss, etc.)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FarePerPerson, FareGroup, AgeGroup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TicketFreq (per-split frequency encoding)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Leakage Prevention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Train/test split (80/20) BEFORE any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  preprocessing or feature engineering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All imputation/scaling/encoding inside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  sklearn Pipelines — fitted on train only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Feature engineering is row-local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  (no information leaks between splits)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Model Training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Models Trained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1. Logistic Regression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2. Decision Tree (with GridSearchCV tuning)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3. Random Forest (with GridSearchCV tuning)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2200" b="1">
                <a:solidFill>
                  <a:srgbClr val="6C63FF"/>
                </a:solidFill>
              </a:defRPr>
            </a:pPr>
            <a:r>
              <a:t>Evaluation Metrics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Accuracy, Precision, Recall, F1-Score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ROC-AUC, Confusion Matrix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10-Fold Cross Validation</a:t>
            </a:r>
          </a:p>
        </p:txBody>
      </p:sp>
      <p:pic>
        <p:nvPicPr>
          <p:cNvPr id="4" name="Picture 3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2560320"/>
          </a:xfrm>
          <a:prstGeom prst="rect">
            <a:avLst/>
          </a:prstGeom>
        </p:spPr>
      </p:pic>
      <p:pic>
        <p:nvPicPr>
          <p:cNvPr id="5" name="Picture 4" descr="roc_curve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931920"/>
            <a:ext cx="5486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Findings &amp; Feature Importance</a:t>
            </a:r>
          </a:p>
        </p:txBody>
      </p:sp>
      <p:pic>
        <p:nvPicPr>
          <p:cNvPr id="3" name="Picture 2" descr="key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4572000"/>
          </a:xfrm>
          <a:prstGeom prst="rect">
            <a:avLst/>
          </a:prstGeom>
        </p:spPr>
      </p:pic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rPr dirty="0"/>
              <a:t>Results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en-US" dirty="0"/>
              <a:t>Logistic Regression </a:t>
            </a:r>
            <a:r>
              <a:rPr dirty="0"/>
              <a:t>delivered the best overall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rPr dirty="0"/>
              <a:t>  performance across all evaluation metrics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rPr dirty="0"/>
              <a:t>• Sex, </a:t>
            </a:r>
            <a:r>
              <a:rPr dirty="0" err="1"/>
              <a:t>Pclass</a:t>
            </a:r>
            <a:r>
              <a:rPr dirty="0"/>
              <a:t>, and Title are the strongest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rPr dirty="0"/>
              <a:t>  predictors of survival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rPr dirty="0"/>
              <a:t>• No data leakage — clean pipeline workflow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2200" b="1">
                <a:solidFill>
                  <a:srgbClr val="6C63FF"/>
                </a:solidFill>
              </a:defRPr>
            </a:pPr>
            <a:r>
              <a:rPr dirty="0"/>
              <a:t>What I Learned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rPr dirty="0"/>
              <a:t>• Full ML pipeline: EDA → cleaning →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rPr dirty="0"/>
              <a:t>  feature </a:t>
            </a:r>
            <a:r>
              <a:rPr dirty="0" err="1"/>
              <a:t>eng.</a:t>
            </a:r>
            <a:r>
              <a:rPr dirty="0"/>
              <a:t> → modeling → evaluation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rPr dirty="0"/>
              <a:t>• Importance of preventing data leakage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sklearn</a:t>
            </a:r>
            <a:r>
              <a:rPr dirty="0"/>
              <a:t> Pipelines for reproducible workflows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rPr dirty="0"/>
              <a:t>• Hyperparameter tuning with </a:t>
            </a:r>
            <a:r>
              <a:rPr dirty="0" err="1"/>
              <a:t>GridSearchCV</a:t>
            </a:r>
            <a:endParaRPr dirty="0"/>
          </a:p>
        </p:txBody>
      </p:sp>
      <p:pic>
        <p:nvPicPr>
          <p:cNvPr id="4" name="Picture 3" descr="overfitt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384</Words>
  <Application>Microsoft Macintosh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Rajan Sharma</cp:lastModifiedBy>
  <cp:revision>2</cp:revision>
  <dcterms:created xsi:type="dcterms:W3CDTF">2013-01-27T09:14:16Z</dcterms:created>
  <dcterms:modified xsi:type="dcterms:W3CDTF">2026-03-26T01:12:06Z</dcterms:modified>
  <cp:category/>
</cp:coreProperties>
</file>